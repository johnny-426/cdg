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Churras da Galera (CdG)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Projeto Semestral Final</a:t>
            </a:r>
          </a:p>
          <a:p>
            <a:r>
              <a:t>Sistema web/mobile para organização de churrascos entre amigos</a:t>
            </a:r>
          </a:p>
          <a:p>
            <a:r>
              <a:t>Data: 22/05/2026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Dificuldade em organizar churrascos e dividir despesas manualmente</a:t>
            </a:r>
          </a:p>
          <a:p>
            <a:r>
              <a:t>Falta de controle financeiro e confirmação de participantes</a:t>
            </a:r>
          </a:p>
          <a:p>
            <a:r>
              <a:t>Necessidade de centralizar informações em um único sistema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Facilitar a organização de churrascos</a:t>
            </a:r>
          </a:p>
          <a:p>
            <a:r>
              <a:t>Gerenciar participantes e confirmações</a:t>
            </a:r>
          </a:p>
          <a:p>
            <a:r>
              <a:t>Controlar despesas e pagamentos</a:t>
            </a:r>
          </a:p>
          <a:p>
            <a:r>
              <a:t>Automatizar o cálculo do rateio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Público-Alvo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Organizadores de eventos</a:t>
            </a:r>
          </a:p>
          <a:p>
            <a:r>
              <a:t>Participantes convidados</a:t>
            </a:r>
          </a:p>
          <a:p>
            <a:r>
              <a:t>Administrador do sistema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Funcionalidades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Cadastro e login de usuários</a:t>
            </a:r>
          </a:p>
          <a:p>
            <a:r>
              <a:t>Criação e gerenciamento de eventos</a:t>
            </a:r>
          </a:p>
          <a:p>
            <a:r>
              <a:t>Controle de participantes</a:t>
            </a:r>
          </a:p>
          <a:p>
            <a:r>
              <a:t>Registro de despesas</a:t>
            </a:r>
          </a:p>
          <a:p>
            <a:r>
              <a:t>Controle financeiro e pagamentos</a:t>
            </a:r>
          </a:p>
          <a:p>
            <a:r>
              <a:t>Geração de relatórios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Não Funcionais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responsivo</a:t>
            </a:r>
          </a:p>
          <a:p>
            <a:r>
              <a:t>Interface intuitiva</a:t>
            </a:r>
          </a:p>
          <a:p>
            <a:r>
              <a:t>Segurança de autenticação</a:t>
            </a:r>
          </a:p>
          <a:p>
            <a:r>
              <a:t>Disponibilidade e desempenho</a:t>
            </a:r>
          </a:p>
          <a:p>
            <a:r>
              <a:t>Compatibilidade mobile e web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DFD e Fluxo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Gerenciamento de usuários</a:t>
            </a:r>
          </a:p>
          <a:p>
            <a:r>
              <a:t>Gerenciamento de eventos</a:t>
            </a:r>
          </a:p>
          <a:p>
            <a:r>
              <a:t>Participações e confirmações</a:t>
            </a:r>
          </a:p>
          <a:p>
            <a:r>
              <a:t>Controle financeiro e rateio</a:t>
            </a:r>
          </a:p>
          <a:p>
            <a:r>
              <a:t>Geração de relatórios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 de Transição de Estados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Evento em planejamento</a:t>
            </a:r>
          </a:p>
          <a:p>
            <a:r>
              <a:t>Evento confirmado</a:t>
            </a:r>
          </a:p>
          <a:p>
            <a:r>
              <a:t>Evento em andamento</a:t>
            </a:r>
          </a:p>
          <a:p>
            <a:r>
              <a:t>Fechamento financeiro</a:t>
            </a:r>
          </a:p>
          <a:p>
            <a:r>
              <a:t>Evento encerrado ou cancelado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Protótipo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Protótipo desenvolvido no Figma</a:t>
            </a:r>
          </a:p>
          <a:p>
            <a:r>
              <a:t>Interface mobile moderna e intuitiva</a:t>
            </a:r>
          </a:p>
          <a:p>
            <a:r>
              <a:t>Fluxo completo de organização do evento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viável para organização de churrascos</a:t>
            </a:r>
          </a:p>
          <a:p>
            <a:r>
              <a:t>Automatização do controle financeiro</a:t>
            </a:r>
          </a:p>
          <a:p>
            <a:r>
              <a:t>Melhoria na comunicação entre participantes</a:t>
            </a:r>
          </a:p>
          <a:p>
            <a:r>
              <a:t>Projeto alinhado aos conceitos de Engenharia de 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